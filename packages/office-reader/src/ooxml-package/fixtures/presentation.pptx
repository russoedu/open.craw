
<file path=_rels/.rels><?xml version="1.0" encoding="UTF-8" standalone="yes"?>
<Relationships xmlns="https://schemas.openxmlformats.org/package/2006/relationships"><Relationship Id="rId1" Type="https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